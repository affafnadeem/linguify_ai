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3474720"/>
            <a:ext cx="1645920" cy="1645920"/>
          </a:xfrm>
          <a:prstGeom prst="ellipse">
            <a:avLst/>
          </a:prstGeom>
          <a:solidFill>
            <a:srgbClr val="298AF5">
              <a:alpha val="30000"/>
            </a:srgbClr>
          </a:solidFill>
          <a:ln w="12700">
            <a:solidFill>
              <a:srgbClr val="298AF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005840"/>
            <a:ext cx="1920240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325880" y="1691640"/>
            <a:ext cx="384048" cy="1645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572768" y="1481328"/>
            <a:ext cx="658368" cy="1645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Linguify </a:t>
            </a:r>
            <a:pPr indent="0" marL="0">
              <a:buNone/>
            </a:pPr>
            <a:r>
              <a:rPr lang="en-US" sz="2800" b="1" dirty="0">
                <a:solidFill>
                  <a:srgbClr val="29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smarter, not harder.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640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0058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&amp; Spelling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0624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writing assistant that combines 8 NLP algorithms to deliver instant feedback on grammar, spelling, readability, and tone.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37033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703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Check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23560" y="37033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703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Fix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37033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703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Analysis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062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www.linguifyai.com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INTRO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0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errors reduce text credibility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249424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12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 distract and confuse readers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651760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15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readability makes content hard to follow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05409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Unintended tone alienates the audience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456432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19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addresses all four issues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371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19472" y="1865376"/>
            <a:ext cx="201168" cy="201168"/>
          </a:xfrm>
          <a:prstGeom prst="ellipse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828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93792" y="2057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+ LanguageTool 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19472" y="2505456"/>
            <a:ext cx="201168" cy="201168"/>
          </a:xfrm>
          <a:prstGeom prst="ellipse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468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Fix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93792" y="2697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edit-distance correction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9472" y="3145536"/>
            <a:ext cx="201168" cy="201168"/>
          </a:xfrm>
          <a:prstGeom prst="ellipse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3792" y="3337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 Reading Ease formula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19472" y="3785616"/>
            <a:ext cx="201168" cy="201168"/>
          </a:xfrm>
          <a:prstGeom prst="ellipse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3749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Classifier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3977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statistical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Linguify AI  ·  NLP Project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APPROACH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NLP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specialised techniques — no deep learning required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54864" cy="1417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572768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056" y="19659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" y="22677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word/contraction splitter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14630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463040"/>
            <a:ext cx="54864" cy="1417320"/>
          </a:xfrm>
          <a:prstGeom prst="rect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8608" y="1572768"/>
            <a:ext cx="329184" cy="329184"/>
          </a:xfrm>
          <a:prstGeom prst="ellipse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96896" y="19659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96896" y="22677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suffix heuristic rules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14630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4630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15727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5736" y="19659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45736" y="22677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nsubj / obj detection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66560" y="14630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46304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76288" y="157276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94576" y="19659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Detection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94576" y="22677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&amp; agreement checks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0632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063240"/>
            <a:ext cx="54864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" y="317296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172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8056" y="3566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Correction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8056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edit-distance (pyspellchecker)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68880" y="30632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68880" y="3063240"/>
            <a:ext cx="54864" cy="1417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78608" y="3172968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3172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96896" y="3566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Classifier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96896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— Formal / Casual / Neutral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17720" y="30632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3063240"/>
            <a:ext cx="54864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27448" y="3172968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7448" y="3172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45736" y="3566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Score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45736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 Reading Ease formula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66560" y="3063240"/>
            <a:ext cx="1965960" cy="1417320"/>
          </a:xfrm>
          <a:prstGeom prst="rect">
            <a:avLst/>
          </a:prstGeom>
          <a:solidFill>
            <a:srgbClr val="252550"/>
          </a:solidFill>
          <a:ln w="12700">
            <a:solidFill>
              <a:srgbClr val="3B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66560" y="3063240"/>
            <a:ext cx="54864" cy="1417320"/>
          </a:xfrm>
          <a:prstGeom prst="rect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76288" y="3172968"/>
            <a:ext cx="329184" cy="329184"/>
          </a:xfrm>
          <a:prstGeom prst="ellipse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6288" y="3172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94576" y="3566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LanguageTool API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894576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ML-backed grammar service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Linguify AI  ·  NLP Project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AUDIENCE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Linguify AI For?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260604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" y="1380744"/>
            <a:ext cx="420624" cy="420624"/>
          </a:xfrm>
          <a:prstGeom prst="ellipse">
            <a:avLst/>
          </a:prstGeom>
          <a:solidFill>
            <a:srgbClr val="5B21B6">
              <a:alpha val="85000"/>
            </a:srgbClr>
          </a:solidFill>
          <a:ln w="12700">
            <a:solidFill>
              <a:srgbClr val="5B21B6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380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9496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&amp; university students who need grammar and clarity feedback for essays, reports, and assignments.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234440"/>
            <a:ext cx="2606040" cy="54864"/>
          </a:xfrm>
          <a:prstGeom prst="rect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380744"/>
            <a:ext cx="420624" cy="420624"/>
          </a:xfrm>
          <a:prstGeom prst="ellipse">
            <a:avLst/>
          </a:prstGeom>
          <a:solidFill>
            <a:srgbClr val="298AF5">
              <a:alpha val="85000"/>
            </a:srgbClr>
          </a:solidFill>
          <a:ln w="12700">
            <a:solidFill>
              <a:srgbClr val="298AF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80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9624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55848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drafting emails, proposals, and business reports who need quick, reliable writing checks.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44184" y="12344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123444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380744"/>
            <a:ext cx="420624" cy="420624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80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65976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Bloggers, copywriters, and social media managers aiming for polished, error-free content.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0632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063240"/>
            <a:ext cx="26060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" y="3209544"/>
            <a:ext cx="420624" cy="420624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32095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3272" y="3227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 Learners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9496" y="3703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Non-native English speakers learning to write correctly, who benefit from detailed grammar guidance.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27832" y="30632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27832" y="3063240"/>
            <a:ext cx="260604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3209544"/>
            <a:ext cx="420624" cy="420624"/>
          </a:xfrm>
          <a:prstGeom prst="ellipse">
            <a:avLst/>
          </a:prstGeom>
          <a:solidFill>
            <a:srgbClr val="E11D48">
              <a:alpha val="85000"/>
            </a:srgbClr>
          </a:solidFill>
          <a:ln w="12700">
            <a:solidFill>
              <a:srgbClr val="E11D48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2095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9624" y="3227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55848" y="3703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professors who recommend tools to help students improve their independent writing skills.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44184" y="30632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44184" y="306324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3209544"/>
            <a:ext cx="420624" cy="420624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2095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65976" y="3227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72200" y="3703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writers and remote workers who need a lightweight, fast tool without expensive subscriptions.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Linguify AI  ·  NLP Project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B21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298AF5">
              <a:alpha val="25000"/>
            </a:srgbClr>
          </a:solidFill>
          <a:ln w="12700">
            <a:solidFill>
              <a:srgbClr val="298AF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SALES PITCH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Perspective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69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buy it — and why they can't say 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3383280"/>
          </a:xfrm>
          <a:prstGeom prst="rect">
            <a:avLst/>
          </a:prstGeom>
          <a:solidFill>
            <a:srgbClr val="3B1F8C"/>
          </a:solidFill>
          <a:ln w="12700">
            <a:solidFill>
              <a:srgbClr val="4C2A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36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Sell 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947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38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Schools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21671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for student writing portals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24963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&amp; HR Platforms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27157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employee comms tools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1792" y="3044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0358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SaaS Companies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API for writing apps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35935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5844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 Training Platforms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3813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feedback for language learners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" y="41422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330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&amp; Content Agencies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3616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tool for writing teams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36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They'll Purchase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28032" y="1975104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975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19385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Solution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66360" y="2167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+ Spelling + Tone + Readability in one tool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28032" y="2523744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4871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27157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 — no waiting, no upload queues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3072384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072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303580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Secure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32644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 = no heavy servers; user data stays local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28032" y="3621024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35844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66360" y="38130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Grammarly Pro; no per-seat enterprise fees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28032" y="4169664"/>
            <a:ext cx="256032" cy="25603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1696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🔌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41330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 Integration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166360" y="43616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embed into existing platforms via REST API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solidFill>
            <a:srgbClr val="298AF5"/>
          </a:solidFill>
          <a:ln w="12700">
            <a:solidFill>
              <a:srgbClr val="298A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Try Linguify AI Now  —  www.linguifyai.com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Linguify AI – NLP Project Presentation</dc:title>
  <dc:subject>PptxGenJS Presentation</dc:subject>
  <dc:creator>PptxGenJS</dc:creator>
  <cp:lastModifiedBy>PptxGenJS</cp:lastModifiedBy>
  <cp:revision>1</cp:revision>
  <dcterms:created xsi:type="dcterms:W3CDTF">2026-05-07T04:13:28Z</dcterms:created>
  <dcterms:modified xsi:type="dcterms:W3CDTF">2026-05-07T04:13:28Z</dcterms:modified>
</cp:coreProperties>
</file>